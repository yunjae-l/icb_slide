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1" Type="http://schemas.openxmlformats.org/officeDocument/2006/relationships/slideMaster" Target="slideMasters/slideMaster1.xml" /><Relationship Id="rId37" Type="http://schemas.openxmlformats.org/officeDocument/2006/relationships/printerSettings" Target="printerSettings/printerSettings1.bin" /><Relationship Id="rId38" Type="http://schemas.openxmlformats.org/officeDocument/2006/relationships/presProps" Target="presProps.xml" /><Relationship Id="rId39" Type="http://schemas.openxmlformats.org/officeDocument/2006/relationships/viewProps" Target="viewProps.xml" /><Relationship Id="rId40" Type="http://schemas.openxmlformats.org/officeDocument/2006/relationships/theme" Target="theme/theme1.xml" /><Relationship Id="rId41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슬라이드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데이터셋(주요 신체지표) 탐색 분석 발표자: 자동 분석기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데이터 개요</a:t>
            </a:r>
          </a:p>
          <a:p>
            <a:pPr lvl="0" indent="-457200" marL="457200">
              <a:buAutoNum type="arabicPeriod"/>
            </a:pPr>
            <a:r>
              <a:rPr/>
              <a:t>주요 시각화 및 인사이트 (여러 슬라이드)</a:t>
            </a:r>
          </a:p>
          <a:p>
            <a:pPr lvl="0" indent="-457200" marL="457200">
              <a:buAutoNum type="arabicPeriod"/>
            </a:pPr>
            <a:r>
              <a:rPr/>
              <a:t>교차표/피봇 요약</a:t>
            </a:r>
          </a:p>
          <a:p>
            <a:pPr lvl="0" indent="-457200" marL="457200">
              <a:buAutoNum type="arabicPeriod"/>
            </a:pPr>
            <a:r>
              <a:rPr/>
              <a:t>종합 해석 및 권고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데이터셋은 세 종(Adelie, Chinstrap, Gentoo)과 세 섬(Biscoe, Dream, Torgersen), 성별, 부리/지느러미/체중 등의 수치형 변수를 포함한다. 결측값을 제거한 후 분석을 진행했으며, 전체 샘플 수는 333개이다. 요약 통계는 데이터의 중앙값·분산·범위를 제공하여 이후 시각화 해석의 기초가 된다.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히스토그램: 지느러미 길이</a:t>
            </a:r>
          </a:p>
        </p:txBody>
      </p:sp>
      <p:pic>
        <p:nvPicPr>
          <p:cNvPr descr="images/hist_flipper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600200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이번 히스토그램은 전체 샘플의 지느러미 길이 분포를 보여준다. 중앙값은 약 200mm 근처에 위치하며, 분포는 대체로 단봉형을 띠나 Gentoo 쪽으로 치우친 꼬리가 관찰된다. 종별 차이를 고려하면 지느러미 길이는 종 분류에 유의미한 설명력을 가지며, 분포의 극단값은 드물어 데이터 품질이 양호함을 시사한다.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히스토그램: 체중</a:t>
            </a:r>
          </a:p>
        </p:txBody>
      </p:sp>
      <p:pic>
        <p:nvPicPr>
          <p:cNvPr descr="images/hist_body_m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600200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체중은 종별 차이가 뚜렷하게 나타나는 변수로, Gentoo가 높은 체중 구간에 밀집한다. 전체 분포는 약간의 우측 꼬리를 가지며 일부 고체중 개체가 존재한다. 따라서 종을 구분하지 않은 전체 통계는 그룹 간 차이를 가릴 수 있으므로, 분석 시 종 구분을 고려해야 한다.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산점도: 부리 길이 vs 부리 깊이</a:t>
            </a:r>
          </a:p>
        </p:txBody>
      </p:sp>
      <p:pic>
        <p:nvPicPr>
          <p:cNvPr descr="images/scatter_bi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600200"/>
            <a:ext cx="5613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길이와 부리 깊이의 산점도는 종별 군집 패턴을 보여준다. Gentoo는 부리 길이가 긴 쪽으로 뚜렷히 분리되는 반면, Adelie와 Chinstrap은 일부 중첩된다. 이 변수 조합은 분류 모델에서 유용할 수 있으나 일부 종 간에는 추가 변수가 필요하다.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변수들 간 관계 (Pairplot)</a:t>
            </a:r>
          </a:p>
        </p:txBody>
      </p:sp>
      <p:pic>
        <p:nvPicPr>
          <p:cNvPr descr="images/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600200"/>
            <a:ext cx="50673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pairplot은 연속형 변수들 간의 쌍별 관계와 분포를 한눈에 보여준다. 지느러미 길이와 체중은 강한 양의 상관을 보이며 신체 크기를 대표하는 변수로 작용한다. 변수 선택과 전처리(정규화, 로그변환 등)에 관한 판단 근거로 활용할 수 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상자그림: 종별 체중 분포</a:t>
            </a:r>
          </a:p>
        </p:txBody>
      </p:sp>
      <p:pic>
        <p:nvPicPr>
          <p:cNvPr descr="images/box_body_mass_by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76400" y="1600200"/>
            <a:ext cx="5778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상자그림은 중앙값과 사분위 범위를 통해 종별 체중 분포를 비교한다. Gentoo는 중앙값과 분산이 모두 커 종 내 변동성이 크며, Adelie와 Chinstrap은 보다 안정적인 체중 분포를 보인다. 이상치 검토 및 생태학적 원인 분석이 필요하다.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바이올린플롯: 종별 지느러미 길이 분포</a:t>
            </a:r>
          </a:p>
        </p:txBody>
      </p:sp>
      <p:pic>
        <p:nvPicPr>
          <p:cNvPr descr="images/violin_flipper_by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600200"/>
            <a:ext cx="5689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바이올린플롯은 밀도를 통해 각 종의 지느러미 길이 분포 특성을 보여준다. Gentoo는 우측으로 치우쳐 있고 밀집 구간이 넓어 평균적으로 긴 지느러미를 가지며, Adelie와 Chinstrap은 중앙에 모여 겹침이 존재한다. 이는 단일 변수로 완전 분류가 어렵다는 점을 시사한다.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막대(갯수): 종별 개체수</a:t>
            </a:r>
          </a:p>
        </p:txBody>
      </p:sp>
      <p:pic>
        <p:nvPicPr>
          <p:cNvPr descr="images/count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600200"/>
            <a:ext cx="56896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샘플링된 데이터에서 종별 개체수의 불균형은 모델링 시 주의가 필요하다. Gentoo와 Adelie가 비교적 많은 표본을 차지하며, 이로 인해 클래스 불균형 문제를 고려한 검증 전략이 필요하다.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막대: 종별 평균 체중</a:t>
            </a:r>
          </a:p>
        </p:txBody>
      </p:sp>
      <p:pic>
        <p:nvPicPr>
          <p:cNvPr descr="images/bar_mean_body_mass_by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600200"/>
            <a:ext cx="5765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종별 평균 체중은 Gentoo가 가장 높으며, 오류막대(표준편차)는 종내 변동성을 나타낸다. 성별 구성 차이나 표본 크기를 함께 고려한 해석이 권장된다.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누적막대: 섬별 종 개수</a:t>
            </a:r>
          </a:p>
        </p:txBody>
      </p:sp>
      <p:pic>
        <p:nvPicPr>
          <p:cNvPr descr="images/stacked_island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600200"/>
            <a:ext cx="56007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분포는 종의 서식 선호를 반영한다. Gentoo는 주로 Biscoe에, Chinstrap은 Dream에 집중되며, Adelie는 세 섬에 비교적 고르게 분포한다. 보전 및 현장 조사에 참고할 수 있는 공간적 지표이다.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히트맵: 상관계수 행렬</a:t>
            </a:r>
          </a:p>
        </p:txBody>
      </p:sp>
      <p:pic>
        <p:nvPicPr>
          <p:cNvPr descr="images/heatmap_co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600200"/>
            <a:ext cx="4876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상관행렬은 지표들 간의 선형적 관계를 요약한다. 지느러미 길이와 체중의 강한 양의 상관은 다변량 모델에서 중요한 설명변수가 될 수 있음을 시사하며, 다중공선성 검토가 필요하다.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스웜플롯: 종별/성별 부리 길이</a:t>
            </a:r>
          </a:p>
        </p:txBody>
      </p:sp>
      <p:pic>
        <p:nvPicPr>
          <p:cNvPr descr="images/swarm_bill_length_species_s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600200"/>
            <a:ext cx="5613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스웜플롯으로 개체 수준의 분포를 관찰하면 성별 차이와 개체간 이질성을 동시에 파악할 수 있다. 전반적으로 수컷이 암컷보다 약간 더 큰 경향을 보이며, 특히 Gentoo에서 그 차이가 명확하다.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KDE: 종별 체중</a:t>
            </a:r>
          </a:p>
        </p:txBody>
      </p:sp>
      <p:pic>
        <p:nvPicPr>
          <p:cNvPr descr="images/kde_body_mass_by_spe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600200"/>
            <a:ext cx="59563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커널밀도추정은 종별 체중의 연속적 분포를 부드럽게 보여준다. Gentoo가 높은 체중 구간에 밀집하고, Adelie와 Chinstrap은 저체중대에서 부분적으로 겹친다. 밀도 차이는 분류 및 임계값 기반 해석에 유용하다.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vs 섬 교차표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표는 공간적 분포의 수치적 요약으로, 각 섬의 우선 보전대상 지정과 현장 모니터링 계획에 활용할 수 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 x 성별 평균 체중 (피봇)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3368.84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4043.49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3527.21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3938.97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4679.74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5484.84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성별에 따른 체중 차이는 모든 종에서 관찰되며, 특히 Gentoo에서 차이가 큼. 성별을 통제한 분석이 권장된다.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해석(1)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지느러미 길이와 체중은 신체 크기를 대표하는 주요 지표로 상호 연관성이 강하여 다변량 분석에서 핵심 변수로 사용할 수 있다. 부리 관련 변수들은 종마다 다르게 분포하여 특정 종 분류에 기여하지만, 일부 종 간에는 겹침이 있어 단일 변수로는 분류 한계가 있다. 샘플링 불균형과 섬별 분포 편향을 고려해 모델링과 결론을 도출해야 한다.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해석(2) 및 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추가 분석으로는 성별·섬별·시기(연도)별 계층화 검정, 분류모형(랜덤포레스트, SVM 등) 적용 및 변수 중요도 분석을 권장한다. 보전 관점에서는 Gentoo와 Chinstrap의 섬별 집중 분포를 고려한 현장 모니터링 우선순위 설정과 표본 확장이 필요하다.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참고 및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추가 변수 수집(나이, 번식 상태 등)</a:t>
            </a:r>
          </a:p>
          <a:p>
            <a:pPr lvl="0" indent="-457200" marL="457200">
              <a:buAutoNum type="arabicPeriod"/>
            </a:pPr>
            <a:r>
              <a:rPr/>
              <a:t>시계열/공간 분석 적용</a:t>
            </a:r>
          </a:p>
          <a:p>
            <a:pPr lvl="0" indent="-457200" marL="457200">
              <a:buAutoNum type="arabicPeriod"/>
            </a:pPr>
            <a:r>
              <a:rPr/>
              <a:t>모델 검증 및 배포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2025-12-23T13:24:45Z</dcterms:created>
  <dcterms:modified xsi:type="dcterms:W3CDTF">2025-12-23T13:24:45Z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