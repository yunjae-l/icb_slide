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/>
              <a:t>펭귄 데이터셋 분석 (템플릿)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600"/>
              <a:t>참조 템플릿 — 글꼴/크기/배경 설정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